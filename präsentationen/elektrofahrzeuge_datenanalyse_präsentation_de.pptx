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A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4" descr="/home/claude/images/icon_za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8" y="963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EXPLORATIVE DATENANALYSE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Elektrofahrzeuge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700"/>
              <a:buFont typeface="Calibri"/>
              <a:buNone/>
            </a:pPr>
            <a:r>
              <a:rPr lang="de-DE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Technische und kommerzielle Leistungsdaten von Elektrofahrzeugmodellen </a:t>
            </a:r>
            <a:r>
              <a:rPr lang="en-US" sz="1700" b="0" i="0" u="none" strike="noStrike" cap="none" dirty="0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· 2020 – 2026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2296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2.000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Beobachtungen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15468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15468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15468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Spalten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Marken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818120" y="4434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81812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81812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Herkunftsländer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Erstellt von:  Süha Çağrı Özbakışlar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5" descr="/home/claude/images/icon_databas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DATENSATZ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Datensatz-Überblick &amp; Datenqualität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217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2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2.000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17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Beobachtungen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2004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3649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3649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Spalten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1081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1081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686800" y="1417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8513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8513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Fehlende Werte / Duplikate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670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Herkunftsländer der Marken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2999232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3504" y="299923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Deutschland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103120" y="299923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Audi, BMW, Mercedes, Porsche, Volkswagen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442716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03504" y="3442716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103120" y="3442716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Fisker</a:t>
            </a:r>
            <a:r>
              <a:rPr lang="en-US" sz="10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Ford, GM/Chevrolet, Lucid, Rivian, Tesla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3886200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03504" y="3886200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Japan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03120" y="3886200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Honda, Toyota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4329684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03504" y="4329684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Südkorea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03120" y="4329684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Hyundai, Kia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773168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3504" y="4773168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103120" y="4773168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BYD, NIO, Xiaomi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5216652"/>
            <a:ext cx="6035040" cy="370332"/>
          </a:xfrm>
          <a:prstGeom prst="roundRect">
            <a:avLst>
              <a:gd name="adj" fmla="val 14815"/>
            </a:avLst>
          </a:prstGeom>
          <a:solidFill>
            <a:srgbClr val="E7E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3504" y="521665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Schweden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103120" y="521665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Polestar, Volvo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720840" y="2670048"/>
            <a:ext cx="4983480" cy="3593592"/>
          </a:xfrm>
          <a:prstGeom prst="roundRect">
            <a:avLst>
              <a:gd name="adj" fmla="val 2545"/>
            </a:avLst>
          </a:prstGeom>
          <a:solidFill>
            <a:srgbClr val="E7EFFB"/>
          </a:solidFill>
          <a:ln>
            <a:noFill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995160" y="2944368"/>
            <a:ext cx="4434840" cy="3044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Jede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Zeile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stellt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ein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Modell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einer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Marke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für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ein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bestimmtes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Jahr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und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eine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Variante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dar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(base, standard, long range, premium, performance).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13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numerische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und 7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kategoriale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Variablen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decken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technische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Merkmale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(Batterie,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Reichweite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Leistung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) und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kommerzielle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Kennzahlen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Preis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Absatz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Bewertung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) ab.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Keine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fehlenden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Werte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und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keine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Duplikate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allen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24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Spalten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ein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vollständiger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konsistenter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Datensatz</a:t>
            </a:r>
            <a:r>
              <a:rPr lang="en-US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lang="de-DE" sz="1250" b="0" i="0" u="none" strike="noStrike" cap="none" dirty="0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Solide Grundlage für die explorative Analyse des globalen Marktes für Elektrofahrzeuge.</a:t>
            </a:r>
            <a:endParaRPr lang="de-DE"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Elektrofahrzeug-Marktanalyse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6" descr="/home/claude/images/icon_bar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NUMERISCHE &amp; KATEGORIALE VARIABLEN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Wichtigste Verteilungen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Fahrzeugpreis (price_usd)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6" descr="/home/claude/images/cell18_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25196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Marke (brand)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25196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6" descr="/home/claude/images/cell46_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168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804672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Marktsegment (market_segment)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0" y="1481328"/>
            <a:ext cx="356616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6" descr="/home/claude/images/cell58_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44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E7EFFB"/>
          </a:solidFill>
          <a:ln>
            <a:noFill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94944" y="4809744"/>
            <a:ext cx="10771632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Fahrzeugpreise sind rechtsschief verteilt (Ø 78.874 $, Median 73.013 $) und konzentrieren sich auf 50.000–100.000 $.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Tesla dominiert mit 434 Fahrzeugen, gefolgt von BYD (282) und Volkswagen (194) — insgesamt 20 Marken im Datensatz.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lang="en-US" sz="1200" b="0" i="0" u="none" strike="noStrike" cap="non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Der Datensatz fokussiert sich auf die Segmente Premium (712) und Mid-range (642); Budget ist mit 151 am schwächsten vertreten.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Elektrofahrzeug-Marktanalyse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7" descr="/home/claude/images/icon_trendi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BIVARIATE ANALYSE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Zusammenhänge &amp; Korrelationen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141732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6234A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7" descr="/home/claude/images/cell61_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527048"/>
            <a:ext cx="6455664" cy="462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7360920" y="14173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525512" y="15636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0,978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525512" y="22738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Batteriekapazität ↔ Reichweite (sehr stark) — größere Batterie, mehr Reichweite.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60920" y="30175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525512" y="31638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0,765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525512" y="38740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Motorleistung ↔ Preis (stark) — Preis nicht allein durch Leistung erklärbar.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60920" y="46177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62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525512" y="47640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0,668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525512" y="54742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Reichweite ↔ Kundenbewertung (mittelstark) — mehr Reichweite, höhere Zufriedenheit.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Elektrofahrzeug-Marktanalyse (EDA)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8" descr="/home/claude/images/icon_awar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1170432" y="43594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Geschäftliche Erkenntnisse &amp; Fazit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58368" y="1851660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8" descr="/home/claude/images/icon_za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042" y="19833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1389888" y="1773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Batteriekapazität als stärkster Reichweitentreiber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389888" y="2112264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Sehr starker Zusammenhang (r = 0,978) — größere Batteriepakete bedeuten deutlich mehr Reichweite.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2670048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58368" y="2830068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8" descr="/home/claude/images/icon_dolla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042" y="29617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1389888" y="2752344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Leistung prägt den Preis stärker als die Batterie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389888" y="3090672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Preis ↔ Leistung (r = 0,765) ist viel stärker als Preis ↔ Batteriekapazität (r = 0,164).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648456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58368" y="3808476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8" descr="/home/claude/images/icon_trendin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042" y="394015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389888" y="3730752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Hoher Preis bedeutet nicht automatisch hohen Absatz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389888" y="4069080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Lucid führt beim Preis, doch VW, Tesla und das Budget-Segment führen beim Absatz.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62686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F35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58368" y="4786884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8" descr="/home/claude/images/icon_gri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042" y="491855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1389888" y="470916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Mehrere Faktoren wirken gemeinsam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389888" y="5047488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Preis, Zufriedenheit und Absatz erklären sich nur im Zusammenspiel von Marke, Segment und Technik.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5678424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Fazit: Der Datensatz ist vollständig, konsistent und bildet eine solide Grundlage für prädiktive Modellierung und Business-Intelligence-Anwendungen.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Erstellt von:  Süha Çağrı Özbakışlar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Breitbild</PresentationFormat>
  <Paragraphs>77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Süha Çağrı Özbakışlar</cp:lastModifiedBy>
  <cp:revision>1</cp:revision>
  <dcterms:modified xsi:type="dcterms:W3CDTF">2026-08-26T10:22:57Z</dcterms:modified>
</cp:coreProperties>
</file>